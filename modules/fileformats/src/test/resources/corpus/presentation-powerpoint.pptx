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Parler lentement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Présentation annuelle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Sous-titre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Ordre du jour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Bilan</a:t>
            </a:r>
          </a:p>
          <a:p>
            <a:r>
              <a:t>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Tableau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L1C1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L1C2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L2C1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L2C2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L3C1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L3C2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